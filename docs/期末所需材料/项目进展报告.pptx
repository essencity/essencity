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Essencity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仿小红书社交平台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项目进展报告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2026-05-13  |  完成度约 80%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234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当前进展总览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功能完成情况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63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每个人的工作总结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77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剩余工作与计划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当前进展总览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</a:rPr>
              <a:t>项目周期：15 周  |  当前：第 12 周  |  完成度：约 80%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注册/登录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资料编辑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关注/粉丝 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图文笔记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多图上传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视频笔记 ⚠️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功能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AI智能总结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语音搜索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多图笔记 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底部导航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瀑布流 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功能完成情况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注册/登录、资料编辑、关注/粉丝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图文发布、编辑、删除、多图上传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互动系统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点赞、收藏、评论（楼中楼）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功能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AI总结、语音搜索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响应式布局、底部导航栏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笔记搜索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话题系统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话题标签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部分完成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草稿功能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草稿保存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未完成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分享功能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笔记分享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未完成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技术完成情况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8288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Boot 3 + JPA + MySQL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安全认证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JWT + BCrypt 加密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API文档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Swagger + OpenAPI 3.0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前端框架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 3 + Vite + Vant 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瀑布流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MasonryGrid 响应式布局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CI/CD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GitHub Actions + 154测试用例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容器化部署（前端Nginx + 后端Jar）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林忠阳 — 后端负责人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学号：2212190528  |  负责方向：后端架构设计与实现、API 文档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EB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数据库设计（7张表）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用户认证（JWT + BCrypt）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帖子CRUD + 文件上传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评论功能（二级楼中楼）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关注/粉丝系统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通知模块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API文档（docs/api.yaml）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单元测试（18个全部通过）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提交记录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0cbadfb 修复硬编码密钥和敏感信息泄露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bd487fa fix: 修复 CI 测试失败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b5da1c6 Create linzhongyang.md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2102286 Create chenyiheng.md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陈熠恒 — 前端负责人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学号：2312190613  |  负责方向：前端组件开发、AI功能集成、语音搜索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EB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组件开发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MasonryGrid — 响应式瀑布流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PostCard — 统一内容卡片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CreationPage — 多图+话题标签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PostDetailModal — 评论/点赞/收藏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ProfilePage — 个人主页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NotificationPage — 通知页面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EBE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语音功能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src/api/ai.js — AI API封装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AiSummary.vue — AI总结弹窗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useSpeech.js — Web Speech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VoiceSearch.vue — 语音搜索弹窗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提交：9aae2a0 修复部分前端功能 | 89589e7 移动端响应式设计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林烨澄 — UI设计 + 文档 + 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</a:rPr>
              <a:t>学号：2312190630  |  负责方向：UI设计、架构文档、Docker部署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设计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首页原型设计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瀑布流信息流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导航栏设计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配色方案制定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组件库整理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文档体系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docs/architecture.md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docs/database.md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完善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文档更新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部署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2200" y="1783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docker-compose.yml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backend/Dockerfile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frontend/Dockerfile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frontend/nginx.conf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镜像加速配置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</a:rPr>
              <a:t>Figma: https://www.figma.com/make/gGyRINQwNbDa6o9D0Xvkvk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剩余工作与计划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高优先级（两周内）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搜索功能完善（后端API补充）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话题系统前后端联调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草稿功能补充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8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中优先级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笔记分享功能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视频笔记后端支持完善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团队协作亮点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前后端分离架构，接口约定清晰，并行开发效率高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CI/CD 流程完善，154 个测试用例保障质量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文档与代码同步，架构文档、API 文档齐全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Docker 部署配置，本地开发与生产环境一致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Essencity 团队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2026-05-13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2026-05-12T17:19:11Z</dcterms:created>
  <dcterms:modified xsi:type="dcterms:W3CDTF">2026-05-12T17:19:11Z</dcterms:modified>
</cp:coreProperties>
</file>